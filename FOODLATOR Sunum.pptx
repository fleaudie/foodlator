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1" r:id="rId1"/>
  </p:sldMasterIdLst>
  <p:sldIdLst>
    <p:sldId id="256" r:id="rId2"/>
    <p:sldId id="258" r:id="rId3"/>
    <p:sldId id="259" r:id="rId4"/>
    <p:sldId id="260" r:id="rId5"/>
    <p:sldId id="261" r:id="rId6"/>
    <p:sldId id="262" r:id="rId7"/>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A12BED07-6713-92AA-40AF-AE58F4F83C7A}"/>
              </a:ext>
            </a:extLst>
          </p:cNvPr>
          <p:cNvSpPr>
            <a:spLocks noGrp="1"/>
          </p:cNvSpPr>
          <p:nvPr>
            <p:ph type="subTitle" idx="1"/>
          </p:nvPr>
        </p:nvSpPr>
        <p:spPr>
          <a:xfrm>
            <a:off x="1295400" y="4701464"/>
            <a:ext cx="8952782" cy="1204036"/>
          </a:xfrm>
        </p:spPr>
        <p:txBody>
          <a:bodyPr>
            <a:normAutofit/>
          </a:bodyPr>
          <a:lstStyle>
            <a:lvl1pPr marL="0" indent="0" algn="l">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4FC9EF77-BF49-E4C1-0FC7-563354777900}"/>
              </a:ext>
            </a:extLst>
          </p:cNvPr>
          <p:cNvSpPr>
            <a:spLocks noGrp="1"/>
          </p:cNvSpPr>
          <p:nvPr>
            <p:ph type="dt" sz="half" idx="10"/>
          </p:nvPr>
        </p:nvSpPr>
        <p:spPr/>
        <p:txBody>
          <a:bodyPr/>
          <a:lstStyle/>
          <a:p>
            <a:fld id="{5DBDDF98-C922-483F-97E9-3E76B0201B42}" type="datetimeFigureOut">
              <a:rPr lang="en-US" smtClean="0"/>
              <a:t>6/15/2023</a:t>
            </a:fld>
            <a:endParaRPr lang="en-US"/>
          </a:p>
        </p:txBody>
      </p:sp>
      <p:sp>
        <p:nvSpPr>
          <p:cNvPr id="5" name="Footer Placeholder 4">
            <a:extLst>
              <a:ext uri="{FF2B5EF4-FFF2-40B4-BE49-F238E27FC236}">
                <a16:creationId xmlns:a16="http://schemas.microsoft.com/office/drawing/2014/main" id="{72BD5853-25AA-1C3D-EAD2-496674792D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7F0DAD-5850-CAAE-CD25-4D6DDDFF3A18}"/>
              </a:ext>
            </a:extLst>
          </p:cNvPr>
          <p:cNvSpPr>
            <a:spLocks noGrp="1"/>
          </p:cNvSpPr>
          <p:nvPr>
            <p:ph type="sldNum" sz="quarter" idx="12"/>
          </p:nvPr>
        </p:nvSpPr>
        <p:spPr/>
        <p:txBody>
          <a:bodyPr/>
          <a:lstStyle/>
          <a:p>
            <a:fld id="{1B8B3671-A306-4A69-8480-FA9BE839245D}" type="slidenum">
              <a:rPr lang="en-US" smtClean="0"/>
              <a:t>‹#›</a:t>
            </a:fld>
            <a:endParaRPr lang="en-US"/>
          </a:p>
        </p:txBody>
      </p:sp>
      <p:sp>
        <p:nvSpPr>
          <p:cNvPr id="2" name="Title 1">
            <a:extLst>
              <a:ext uri="{FF2B5EF4-FFF2-40B4-BE49-F238E27FC236}">
                <a16:creationId xmlns:a16="http://schemas.microsoft.com/office/drawing/2014/main" id="{534851B1-0B20-9549-0D70-886AA9D04532}"/>
              </a:ext>
            </a:extLst>
          </p:cNvPr>
          <p:cNvSpPr>
            <a:spLocks noGrp="1"/>
          </p:cNvSpPr>
          <p:nvPr>
            <p:ph type="ctrTitle"/>
          </p:nvPr>
        </p:nvSpPr>
        <p:spPr>
          <a:xfrm>
            <a:off x="1295400" y="952500"/>
            <a:ext cx="8952781" cy="3748824"/>
          </a:xfrm>
          <a:noFill/>
        </p:spPr>
        <p:txBody>
          <a:bodyPr anchor="b">
            <a:normAutofit/>
          </a:bodyPr>
          <a:lstStyle>
            <a:lvl1pPr algn="l">
              <a:defRPr sz="3200" spc="530" baseline="0"/>
            </a:lvl1pPr>
          </a:lstStyle>
          <a:p>
            <a:r>
              <a:rPr lang="en-US" dirty="0"/>
              <a:t>Click to edit Master title style</a:t>
            </a:r>
          </a:p>
        </p:txBody>
      </p:sp>
    </p:spTree>
    <p:extLst>
      <p:ext uri="{BB962C8B-B14F-4D97-AF65-F5344CB8AC3E}">
        <p14:creationId xmlns:p14="http://schemas.microsoft.com/office/powerpoint/2010/main" val="14163395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48F26-B5E3-8A90-51FC-8520D1D7322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7EA4D95-10F3-6212-8302-5610C43E322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281BE7-A53D-441E-0393-0E59412C9117}"/>
              </a:ext>
            </a:extLst>
          </p:cNvPr>
          <p:cNvSpPr>
            <a:spLocks noGrp="1"/>
          </p:cNvSpPr>
          <p:nvPr>
            <p:ph type="dt" sz="half" idx="10"/>
          </p:nvPr>
        </p:nvSpPr>
        <p:spPr/>
        <p:txBody>
          <a:bodyPr/>
          <a:lstStyle/>
          <a:p>
            <a:fld id="{5DBDDF98-C922-483F-97E9-3E76B0201B42}" type="datetimeFigureOut">
              <a:rPr lang="en-US" smtClean="0"/>
              <a:t>6/15/2023</a:t>
            </a:fld>
            <a:endParaRPr lang="en-US"/>
          </a:p>
        </p:txBody>
      </p:sp>
      <p:sp>
        <p:nvSpPr>
          <p:cNvPr id="5" name="Footer Placeholder 4">
            <a:extLst>
              <a:ext uri="{FF2B5EF4-FFF2-40B4-BE49-F238E27FC236}">
                <a16:creationId xmlns:a16="http://schemas.microsoft.com/office/drawing/2014/main" id="{0DEF10F0-B23F-BF4B-DB66-9BCF734DB9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65DDEC-13A7-D988-D082-03076F80F1F0}"/>
              </a:ext>
            </a:extLst>
          </p:cNvPr>
          <p:cNvSpPr>
            <a:spLocks noGrp="1"/>
          </p:cNvSpPr>
          <p:nvPr>
            <p:ph type="sldNum" sz="quarter" idx="12"/>
          </p:nvPr>
        </p:nvSpPr>
        <p:spPr/>
        <p:txBody>
          <a:bodyPr/>
          <a:lstStyle/>
          <a:p>
            <a:fld id="{1B8B3671-A306-4A69-8480-FA9BE839245D}" type="slidenum">
              <a:rPr lang="en-US" smtClean="0"/>
              <a:t>‹#›</a:t>
            </a:fld>
            <a:endParaRPr lang="en-US"/>
          </a:p>
        </p:txBody>
      </p:sp>
    </p:spTree>
    <p:extLst>
      <p:ext uri="{BB962C8B-B14F-4D97-AF65-F5344CB8AC3E}">
        <p14:creationId xmlns:p14="http://schemas.microsoft.com/office/powerpoint/2010/main" val="16575086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D80CFA-45ED-71B0-EE3E-CCE6D5C19377}"/>
              </a:ext>
            </a:extLst>
          </p:cNvPr>
          <p:cNvSpPr>
            <a:spLocks noGrp="1"/>
          </p:cNvSpPr>
          <p:nvPr>
            <p:ph type="title"/>
          </p:nvPr>
        </p:nvSpPr>
        <p:spPr>
          <a:xfrm>
            <a:off x="1295400" y="1618211"/>
            <a:ext cx="8412190" cy="3944389"/>
          </a:xfrm>
        </p:spPr>
        <p:txBody>
          <a:bodyPr anchor="t">
            <a:normAutofit/>
          </a:bodyPr>
          <a:lstStyle>
            <a:lvl1pPr>
              <a:defRPr sz="3200"/>
            </a:lvl1pPr>
          </a:lstStyle>
          <a:p>
            <a:r>
              <a:rPr lang="en-US" dirty="0"/>
              <a:t>Click to edit Master title style</a:t>
            </a:r>
          </a:p>
        </p:txBody>
      </p:sp>
      <p:sp>
        <p:nvSpPr>
          <p:cNvPr id="3" name="Text Placeholder 2">
            <a:extLst>
              <a:ext uri="{FF2B5EF4-FFF2-40B4-BE49-F238E27FC236}">
                <a16:creationId xmlns:a16="http://schemas.microsoft.com/office/drawing/2014/main" id="{8F37BECA-A01D-7D7A-F2A6-891EC9D22945}"/>
              </a:ext>
            </a:extLst>
          </p:cNvPr>
          <p:cNvSpPr>
            <a:spLocks noGrp="1"/>
          </p:cNvSpPr>
          <p:nvPr>
            <p:ph type="body" idx="1"/>
          </p:nvPr>
        </p:nvSpPr>
        <p:spPr>
          <a:xfrm>
            <a:off x="1295400" y="908858"/>
            <a:ext cx="8412192" cy="676102"/>
          </a:xfrm>
        </p:spPr>
        <p:txBody>
          <a:bodyPr anchor="b">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86716478-6FAF-D420-0B87-6EABB81E887C}"/>
              </a:ext>
            </a:extLst>
          </p:cNvPr>
          <p:cNvSpPr>
            <a:spLocks noGrp="1"/>
          </p:cNvSpPr>
          <p:nvPr>
            <p:ph type="dt" sz="half" idx="10"/>
          </p:nvPr>
        </p:nvSpPr>
        <p:spPr/>
        <p:txBody>
          <a:bodyPr/>
          <a:lstStyle/>
          <a:p>
            <a:fld id="{5DBDDF98-C922-483F-97E9-3E76B0201B42}" type="datetimeFigureOut">
              <a:rPr lang="en-US" smtClean="0"/>
              <a:t>6/15/2023</a:t>
            </a:fld>
            <a:endParaRPr lang="en-US"/>
          </a:p>
        </p:txBody>
      </p:sp>
      <p:sp>
        <p:nvSpPr>
          <p:cNvPr id="5" name="Footer Placeholder 4">
            <a:extLst>
              <a:ext uri="{FF2B5EF4-FFF2-40B4-BE49-F238E27FC236}">
                <a16:creationId xmlns:a16="http://schemas.microsoft.com/office/drawing/2014/main" id="{87C4289B-CB0D-8AFC-7C02-F755C0DCC8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7971E4-8A9E-2A30-D7FE-B3505124BB9D}"/>
              </a:ext>
            </a:extLst>
          </p:cNvPr>
          <p:cNvSpPr>
            <a:spLocks noGrp="1"/>
          </p:cNvSpPr>
          <p:nvPr>
            <p:ph type="sldNum" sz="quarter" idx="12"/>
          </p:nvPr>
        </p:nvSpPr>
        <p:spPr/>
        <p:txBody>
          <a:bodyPr/>
          <a:lstStyle/>
          <a:p>
            <a:fld id="{1B8B3671-A306-4A69-8480-FA9BE839245D}" type="slidenum">
              <a:rPr lang="en-US" smtClean="0"/>
              <a:t>‹#›</a:t>
            </a:fld>
            <a:endParaRPr lang="en-US"/>
          </a:p>
        </p:txBody>
      </p:sp>
    </p:spTree>
    <p:extLst>
      <p:ext uri="{BB962C8B-B14F-4D97-AF65-F5344CB8AC3E}">
        <p14:creationId xmlns:p14="http://schemas.microsoft.com/office/powerpoint/2010/main" val="8583232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87F941-C3A7-545F-8046-C7A9AC80300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1BD4277-CFAE-EEF6-3346-61F06D5A3945}"/>
              </a:ext>
            </a:extLst>
          </p:cNvPr>
          <p:cNvSpPr>
            <a:spLocks noGrp="1"/>
          </p:cNvSpPr>
          <p:nvPr>
            <p:ph sz="half" idx="1"/>
          </p:nvPr>
        </p:nvSpPr>
        <p:spPr>
          <a:xfrm>
            <a:off x="1295401" y="2260121"/>
            <a:ext cx="4350026" cy="36568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09543384-699D-84FC-C8B5-7BDE49BB4478}"/>
              </a:ext>
            </a:extLst>
          </p:cNvPr>
          <p:cNvSpPr>
            <a:spLocks noGrp="1"/>
          </p:cNvSpPr>
          <p:nvPr>
            <p:ph sz="half" idx="2"/>
          </p:nvPr>
        </p:nvSpPr>
        <p:spPr>
          <a:xfrm>
            <a:off x="6546574" y="2260120"/>
            <a:ext cx="4350025" cy="365688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B0A49386-AFC8-03DA-4563-07B0A0119B1C}"/>
              </a:ext>
            </a:extLst>
          </p:cNvPr>
          <p:cNvSpPr>
            <a:spLocks noGrp="1"/>
          </p:cNvSpPr>
          <p:nvPr>
            <p:ph type="dt" sz="half" idx="10"/>
          </p:nvPr>
        </p:nvSpPr>
        <p:spPr/>
        <p:txBody>
          <a:bodyPr/>
          <a:lstStyle/>
          <a:p>
            <a:fld id="{5DBDDF98-C922-483F-97E9-3E76B0201B42}" type="datetimeFigureOut">
              <a:rPr lang="en-US" smtClean="0"/>
              <a:t>6/15/2023</a:t>
            </a:fld>
            <a:endParaRPr lang="en-US"/>
          </a:p>
        </p:txBody>
      </p:sp>
      <p:sp>
        <p:nvSpPr>
          <p:cNvPr id="6" name="Footer Placeholder 5">
            <a:extLst>
              <a:ext uri="{FF2B5EF4-FFF2-40B4-BE49-F238E27FC236}">
                <a16:creationId xmlns:a16="http://schemas.microsoft.com/office/drawing/2014/main" id="{23AED60A-7704-31D9-7D4D-65C635EDF8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66927DA-3B5E-13B8-0BA8-5DCFF001E05E}"/>
              </a:ext>
            </a:extLst>
          </p:cNvPr>
          <p:cNvSpPr>
            <a:spLocks noGrp="1"/>
          </p:cNvSpPr>
          <p:nvPr>
            <p:ph type="sldNum" sz="quarter" idx="12"/>
          </p:nvPr>
        </p:nvSpPr>
        <p:spPr/>
        <p:txBody>
          <a:bodyPr/>
          <a:lstStyle/>
          <a:p>
            <a:fld id="{1B8B3671-A306-4A69-8480-FA9BE839245D}" type="slidenum">
              <a:rPr lang="en-US" smtClean="0"/>
              <a:t>‹#›</a:t>
            </a:fld>
            <a:endParaRPr lang="en-US"/>
          </a:p>
        </p:txBody>
      </p:sp>
    </p:spTree>
    <p:extLst>
      <p:ext uri="{BB962C8B-B14F-4D97-AF65-F5344CB8AC3E}">
        <p14:creationId xmlns:p14="http://schemas.microsoft.com/office/powerpoint/2010/main" val="2016455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37B55A-280B-BDCB-F966-8578DDE741DC}"/>
              </a:ext>
            </a:extLst>
          </p:cNvPr>
          <p:cNvSpPr>
            <a:spLocks noGrp="1"/>
          </p:cNvSpPr>
          <p:nvPr>
            <p:ph type="title"/>
          </p:nvPr>
        </p:nvSpPr>
        <p:spPr>
          <a:xfrm>
            <a:off x="1295400" y="966788"/>
            <a:ext cx="10059988" cy="1051784"/>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0C76EA03-7008-14AB-547B-E66EA4EC968F}"/>
              </a:ext>
            </a:extLst>
          </p:cNvPr>
          <p:cNvSpPr>
            <a:spLocks noGrp="1"/>
          </p:cNvSpPr>
          <p:nvPr>
            <p:ph type="body" idx="1"/>
          </p:nvPr>
        </p:nvSpPr>
        <p:spPr>
          <a:xfrm>
            <a:off x="1295400" y="2018581"/>
            <a:ext cx="4350027" cy="544003"/>
          </a:xfrm>
        </p:spPr>
        <p:txBody>
          <a:bodyPr anchor="b"/>
          <a:lstStyle>
            <a:lvl1pPr marL="0" indent="0">
              <a:buNone/>
              <a:defRPr sz="24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9D629F56-D2C8-71FE-FA59-002819D51856}"/>
              </a:ext>
            </a:extLst>
          </p:cNvPr>
          <p:cNvSpPr>
            <a:spLocks noGrp="1"/>
          </p:cNvSpPr>
          <p:nvPr>
            <p:ph sz="half" idx="2"/>
          </p:nvPr>
        </p:nvSpPr>
        <p:spPr>
          <a:xfrm>
            <a:off x="1295400" y="2774756"/>
            <a:ext cx="4350027" cy="31507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12524D2-CA8D-75F3-D089-C2F0E20D4759}"/>
              </a:ext>
            </a:extLst>
          </p:cNvPr>
          <p:cNvSpPr>
            <a:spLocks noGrp="1"/>
          </p:cNvSpPr>
          <p:nvPr>
            <p:ph type="body" sz="quarter" idx="3"/>
          </p:nvPr>
        </p:nvSpPr>
        <p:spPr>
          <a:xfrm>
            <a:off x="6546572" y="2018581"/>
            <a:ext cx="4350028" cy="544003"/>
          </a:xfrm>
        </p:spPr>
        <p:txBody>
          <a:bodyPr anchor="b"/>
          <a:lstStyle>
            <a:lvl1pPr marL="0" indent="0">
              <a:buNone/>
              <a:defRPr sz="24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EE99B0E3-5AE5-0516-27BF-9F246137FE03}"/>
              </a:ext>
            </a:extLst>
          </p:cNvPr>
          <p:cNvSpPr>
            <a:spLocks noGrp="1"/>
          </p:cNvSpPr>
          <p:nvPr>
            <p:ph sz="quarter" idx="4"/>
          </p:nvPr>
        </p:nvSpPr>
        <p:spPr>
          <a:xfrm>
            <a:off x="6546572" y="2774756"/>
            <a:ext cx="4350028" cy="315079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F7B319A7-6048-4735-B2AC-6D6043F1461A}"/>
              </a:ext>
            </a:extLst>
          </p:cNvPr>
          <p:cNvSpPr>
            <a:spLocks noGrp="1"/>
          </p:cNvSpPr>
          <p:nvPr>
            <p:ph type="dt" sz="half" idx="10"/>
          </p:nvPr>
        </p:nvSpPr>
        <p:spPr/>
        <p:txBody>
          <a:bodyPr/>
          <a:lstStyle/>
          <a:p>
            <a:fld id="{5DBDDF98-C922-483F-97E9-3E76B0201B42}" type="datetimeFigureOut">
              <a:rPr lang="en-US" smtClean="0"/>
              <a:t>6/15/2023</a:t>
            </a:fld>
            <a:endParaRPr lang="en-US"/>
          </a:p>
        </p:txBody>
      </p:sp>
      <p:sp>
        <p:nvSpPr>
          <p:cNvPr id="8" name="Footer Placeholder 7">
            <a:extLst>
              <a:ext uri="{FF2B5EF4-FFF2-40B4-BE49-F238E27FC236}">
                <a16:creationId xmlns:a16="http://schemas.microsoft.com/office/drawing/2014/main" id="{6515F875-F23E-D0D2-9115-CD494FDA00B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DB4F88F-F488-D9D5-CF99-AA1750AAFC39}"/>
              </a:ext>
            </a:extLst>
          </p:cNvPr>
          <p:cNvSpPr>
            <a:spLocks noGrp="1"/>
          </p:cNvSpPr>
          <p:nvPr>
            <p:ph type="sldNum" sz="quarter" idx="12"/>
          </p:nvPr>
        </p:nvSpPr>
        <p:spPr/>
        <p:txBody>
          <a:bodyPr/>
          <a:lstStyle/>
          <a:p>
            <a:fld id="{1B8B3671-A306-4A69-8480-FA9BE839245D}" type="slidenum">
              <a:rPr lang="en-US" smtClean="0"/>
              <a:t>‹#›</a:t>
            </a:fld>
            <a:endParaRPr lang="en-US"/>
          </a:p>
        </p:txBody>
      </p:sp>
      <p:cxnSp>
        <p:nvCxnSpPr>
          <p:cNvPr id="13" name="Straight Connector 12">
            <a:extLst>
              <a:ext uri="{FF2B5EF4-FFF2-40B4-BE49-F238E27FC236}">
                <a16:creationId xmlns:a16="http://schemas.microsoft.com/office/drawing/2014/main" id="{B5094593-EFC2-EEEF-74CD-BD00F4132A94}"/>
              </a:ext>
            </a:extLst>
          </p:cNvPr>
          <p:cNvCxnSpPr>
            <a:cxnSpLocks/>
          </p:cNvCxnSpPr>
          <p:nvPr/>
        </p:nvCxnSpPr>
        <p:spPr>
          <a:xfrm>
            <a:off x="6657975" y="2625552"/>
            <a:ext cx="423862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F851F6D-436C-FA47-8CD1-2C10E735764A}"/>
              </a:ext>
            </a:extLst>
          </p:cNvPr>
          <p:cNvCxnSpPr>
            <a:cxnSpLocks/>
          </p:cNvCxnSpPr>
          <p:nvPr/>
        </p:nvCxnSpPr>
        <p:spPr>
          <a:xfrm>
            <a:off x="1403684" y="2625552"/>
            <a:ext cx="424174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871300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91B86-9261-4E82-EF65-30F78154E2F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A3A5E84-E43B-20AE-E80D-47CB0B07BD7B}"/>
              </a:ext>
            </a:extLst>
          </p:cNvPr>
          <p:cNvSpPr>
            <a:spLocks noGrp="1"/>
          </p:cNvSpPr>
          <p:nvPr>
            <p:ph type="dt" sz="half" idx="10"/>
          </p:nvPr>
        </p:nvSpPr>
        <p:spPr/>
        <p:txBody>
          <a:bodyPr/>
          <a:lstStyle/>
          <a:p>
            <a:fld id="{5DBDDF98-C922-483F-97E9-3E76B0201B42}" type="datetimeFigureOut">
              <a:rPr lang="en-US" smtClean="0"/>
              <a:t>6/15/2023</a:t>
            </a:fld>
            <a:endParaRPr lang="en-US"/>
          </a:p>
        </p:txBody>
      </p:sp>
      <p:sp>
        <p:nvSpPr>
          <p:cNvPr id="4" name="Footer Placeholder 3">
            <a:extLst>
              <a:ext uri="{FF2B5EF4-FFF2-40B4-BE49-F238E27FC236}">
                <a16:creationId xmlns:a16="http://schemas.microsoft.com/office/drawing/2014/main" id="{2AFF5797-14F1-9FEB-247C-0E325AF74D2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5B5D7AF-1489-8F93-4828-0AE784B8BA8F}"/>
              </a:ext>
            </a:extLst>
          </p:cNvPr>
          <p:cNvSpPr>
            <a:spLocks noGrp="1"/>
          </p:cNvSpPr>
          <p:nvPr>
            <p:ph type="sldNum" sz="quarter" idx="12"/>
          </p:nvPr>
        </p:nvSpPr>
        <p:spPr/>
        <p:txBody>
          <a:bodyPr/>
          <a:lstStyle/>
          <a:p>
            <a:fld id="{1B8B3671-A306-4A69-8480-FA9BE839245D}" type="slidenum">
              <a:rPr lang="en-US" smtClean="0"/>
              <a:t>‹#›</a:t>
            </a:fld>
            <a:endParaRPr lang="en-US"/>
          </a:p>
        </p:txBody>
      </p:sp>
    </p:spTree>
    <p:extLst>
      <p:ext uri="{BB962C8B-B14F-4D97-AF65-F5344CB8AC3E}">
        <p14:creationId xmlns:p14="http://schemas.microsoft.com/office/powerpoint/2010/main" val="38295156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B6CAF1C-8901-AE05-E52C-D5B95941055B}"/>
              </a:ext>
            </a:extLst>
          </p:cNvPr>
          <p:cNvSpPr>
            <a:spLocks noGrp="1"/>
          </p:cNvSpPr>
          <p:nvPr>
            <p:ph type="dt" sz="half" idx="10"/>
          </p:nvPr>
        </p:nvSpPr>
        <p:spPr/>
        <p:txBody>
          <a:bodyPr/>
          <a:lstStyle/>
          <a:p>
            <a:fld id="{5DBDDF98-C922-483F-97E9-3E76B0201B42}" type="datetimeFigureOut">
              <a:rPr lang="en-US" smtClean="0"/>
              <a:t>6/15/2023</a:t>
            </a:fld>
            <a:endParaRPr lang="en-US"/>
          </a:p>
        </p:txBody>
      </p:sp>
      <p:sp>
        <p:nvSpPr>
          <p:cNvPr id="3" name="Footer Placeholder 2">
            <a:extLst>
              <a:ext uri="{FF2B5EF4-FFF2-40B4-BE49-F238E27FC236}">
                <a16:creationId xmlns:a16="http://schemas.microsoft.com/office/drawing/2014/main" id="{E1CD4F90-2973-4FE2-6C2C-5C2AC5C5A8F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D50414B-A7EC-0C14-EFD2-29C5582CC184}"/>
              </a:ext>
            </a:extLst>
          </p:cNvPr>
          <p:cNvSpPr>
            <a:spLocks noGrp="1"/>
          </p:cNvSpPr>
          <p:nvPr>
            <p:ph type="sldNum" sz="quarter" idx="12"/>
          </p:nvPr>
        </p:nvSpPr>
        <p:spPr/>
        <p:txBody>
          <a:bodyPr/>
          <a:lstStyle/>
          <a:p>
            <a:fld id="{1B8B3671-A306-4A69-8480-FA9BE839245D}" type="slidenum">
              <a:rPr lang="en-US" smtClean="0"/>
              <a:t>‹#›</a:t>
            </a:fld>
            <a:endParaRPr lang="en-US"/>
          </a:p>
        </p:txBody>
      </p:sp>
    </p:spTree>
    <p:extLst>
      <p:ext uri="{BB962C8B-B14F-4D97-AF65-F5344CB8AC3E}">
        <p14:creationId xmlns:p14="http://schemas.microsoft.com/office/powerpoint/2010/main" val="31845272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E378C7-A764-C5E4-A6A4-DC5B1B3537FB}"/>
              </a:ext>
            </a:extLst>
          </p:cNvPr>
          <p:cNvSpPr>
            <a:spLocks noGrp="1"/>
          </p:cNvSpPr>
          <p:nvPr>
            <p:ph type="title"/>
          </p:nvPr>
        </p:nvSpPr>
        <p:spPr>
          <a:xfrm>
            <a:off x="1306484" y="1306484"/>
            <a:ext cx="3932237" cy="2122516"/>
          </a:xfrm>
        </p:spPr>
        <p:txBody>
          <a:bodyPr anchor="t">
            <a:normAutofit/>
          </a:bodyPr>
          <a:lstStyle>
            <a:lvl1pPr>
              <a:defRPr sz="2400"/>
            </a:lvl1pPr>
          </a:lstStyle>
          <a:p>
            <a:r>
              <a:rPr lang="en-US" dirty="0"/>
              <a:t>Click to edit Master title style</a:t>
            </a:r>
          </a:p>
        </p:txBody>
      </p:sp>
      <p:sp>
        <p:nvSpPr>
          <p:cNvPr id="3" name="Content Placeholder 2">
            <a:extLst>
              <a:ext uri="{FF2B5EF4-FFF2-40B4-BE49-F238E27FC236}">
                <a16:creationId xmlns:a16="http://schemas.microsoft.com/office/drawing/2014/main" id="{27DFE178-4B5D-413B-6583-AB81E8D04180}"/>
              </a:ext>
            </a:extLst>
          </p:cNvPr>
          <p:cNvSpPr>
            <a:spLocks noGrp="1"/>
          </p:cNvSpPr>
          <p:nvPr>
            <p:ph idx="1"/>
          </p:nvPr>
        </p:nvSpPr>
        <p:spPr>
          <a:xfrm>
            <a:off x="6096000" y="1312026"/>
            <a:ext cx="5143500" cy="4565651"/>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8DB92F6D-71AB-9630-9DBE-46041C50C79A}"/>
              </a:ext>
            </a:extLst>
          </p:cNvPr>
          <p:cNvSpPr>
            <a:spLocks noGrp="1"/>
          </p:cNvSpPr>
          <p:nvPr>
            <p:ph type="body" sz="half" idx="2"/>
          </p:nvPr>
        </p:nvSpPr>
        <p:spPr>
          <a:xfrm>
            <a:off x="1306484" y="3428999"/>
            <a:ext cx="3932237" cy="2133601"/>
          </a:xfrm>
        </p:spPr>
        <p:txBody>
          <a:bodyPr anchor="b">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80FEAAD1-C919-6E2E-32D2-E199025FB8F9}"/>
              </a:ext>
            </a:extLst>
          </p:cNvPr>
          <p:cNvSpPr>
            <a:spLocks noGrp="1"/>
          </p:cNvSpPr>
          <p:nvPr>
            <p:ph type="dt" sz="half" idx="10"/>
          </p:nvPr>
        </p:nvSpPr>
        <p:spPr/>
        <p:txBody>
          <a:bodyPr/>
          <a:lstStyle/>
          <a:p>
            <a:fld id="{5DBDDF98-C922-483F-97E9-3E76B0201B42}" type="datetimeFigureOut">
              <a:rPr lang="en-US" smtClean="0"/>
              <a:t>6/15/2023</a:t>
            </a:fld>
            <a:endParaRPr lang="en-US"/>
          </a:p>
        </p:txBody>
      </p:sp>
      <p:sp>
        <p:nvSpPr>
          <p:cNvPr id="6" name="Footer Placeholder 5">
            <a:extLst>
              <a:ext uri="{FF2B5EF4-FFF2-40B4-BE49-F238E27FC236}">
                <a16:creationId xmlns:a16="http://schemas.microsoft.com/office/drawing/2014/main" id="{5288B5D8-E15B-BE38-2A89-BD0F02E1A04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7ECC26-B78C-4CBD-6883-97E80D3E5165}"/>
              </a:ext>
            </a:extLst>
          </p:cNvPr>
          <p:cNvSpPr>
            <a:spLocks noGrp="1"/>
          </p:cNvSpPr>
          <p:nvPr>
            <p:ph type="sldNum" sz="quarter" idx="12"/>
          </p:nvPr>
        </p:nvSpPr>
        <p:spPr/>
        <p:txBody>
          <a:bodyPr/>
          <a:lstStyle/>
          <a:p>
            <a:fld id="{1B8B3671-A306-4A69-8480-FA9BE839245D}" type="slidenum">
              <a:rPr lang="en-US" smtClean="0"/>
              <a:t>‹#›</a:t>
            </a:fld>
            <a:endParaRPr lang="en-US"/>
          </a:p>
        </p:txBody>
      </p:sp>
    </p:spTree>
    <p:extLst>
      <p:ext uri="{BB962C8B-B14F-4D97-AF65-F5344CB8AC3E}">
        <p14:creationId xmlns:p14="http://schemas.microsoft.com/office/powerpoint/2010/main" val="7425821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04EAA-30F7-390A-C77C-2E5BD8218BC0}"/>
              </a:ext>
            </a:extLst>
          </p:cNvPr>
          <p:cNvSpPr>
            <a:spLocks noGrp="1"/>
          </p:cNvSpPr>
          <p:nvPr>
            <p:ph type="title"/>
          </p:nvPr>
        </p:nvSpPr>
        <p:spPr>
          <a:xfrm>
            <a:off x="1306484" y="1307185"/>
            <a:ext cx="3932237" cy="2121813"/>
          </a:xfrm>
        </p:spPr>
        <p:txBody>
          <a:bodyPr anchor="t">
            <a:normAutofit/>
          </a:bodyPr>
          <a:lstStyle>
            <a:lvl1pPr>
              <a:defRPr sz="2400"/>
            </a:lvl1pPr>
          </a:lstStyle>
          <a:p>
            <a:r>
              <a:rPr lang="en-US" dirty="0"/>
              <a:t>Click to edit Master title style</a:t>
            </a:r>
          </a:p>
        </p:txBody>
      </p:sp>
      <p:sp>
        <p:nvSpPr>
          <p:cNvPr id="3" name="Picture Placeholder 2">
            <a:extLst>
              <a:ext uri="{FF2B5EF4-FFF2-40B4-BE49-F238E27FC236}">
                <a16:creationId xmlns:a16="http://schemas.microsoft.com/office/drawing/2014/main" id="{513A1C34-81AC-D534-67B1-42721228935F}"/>
              </a:ext>
            </a:extLst>
          </p:cNvPr>
          <p:cNvSpPr>
            <a:spLocks noGrp="1"/>
          </p:cNvSpPr>
          <p:nvPr>
            <p:ph type="pic" idx="1"/>
          </p:nvPr>
        </p:nvSpPr>
        <p:spPr>
          <a:xfrm>
            <a:off x="5857702" y="1307186"/>
            <a:ext cx="5038898" cy="459831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0E1012D-3524-26C6-64C1-8CE6E7A9A29B}"/>
              </a:ext>
            </a:extLst>
          </p:cNvPr>
          <p:cNvSpPr>
            <a:spLocks noGrp="1"/>
          </p:cNvSpPr>
          <p:nvPr>
            <p:ph type="body" sz="half" idx="2"/>
          </p:nvPr>
        </p:nvSpPr>
        <p:spPr>
          <a:xfrm>
            <a:off x="1306484" y="3428999"/>
            <a:ext cx="3932237" cy="2133601"/>
          </a:xfrm>
        </p:spPr>
        <p:txBody>
          <a:bodyPr anchor="b">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7E8FA6D7-1BE0-F14D-A2F7-4836180BC3B9}"/>
              </a:ext>
            </a:extLst>
          </p:cNvPr>
          <p:cNvSpPr>
            <a:spLocks noGrp="1"/>
          </p:cNvSpPr>
          <p:nvPr>
            <p:ph type="dt" sz="half" idx="10"/>
          </p:nvPr>
        </p:nvSpPr>
        <p:spPr/>
        <p:txBody>
          <a:bodyPr/>
          <a:lstStyle/>
          <a:p>
            <a:fld id="{5DBDDF98-C922-483F-97E9-3E76B0201B42}" type="datetimeFigureOut">
              <a:rPr lang="en-US" smtClean="0"/>
              <a:t>6/15/2023</a:t>
            </a:fld>
            <a:endParaRPr lang="en-US"/>
          </a:p>
        </p:txBody>
      </p:sp>
      <p:sp>
        <p:nvSpPr>
          <p:cNvPr id="6" name="Footer Placeholder 5">
            <a:extLst>
              <a:ext uri="{FF2B5EF4-FFF2-40B4-BE49-F238E27FC236}">
                <a16:creationId xmlns:a16="http://schemas.microsoft.com/office/drawing/2014/main" id="{0556B5AC-3F20-FDC1-D579-7C4C6B4ED0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E074ACA-1D54-81FA-70B1-31AB3011B3C6}"/>
              </a:ext>
            </a:extLst>
          </p:cNvPr>
          <p:cNvSpPr>
            <a:spLocks noGrp="1"/>
          </p:cNvSpPr>
          <p:nvPr>
            <p:ph type="sldNum" sz="quarter" idx="12"/>
          </p:nvPr>
        </p:nvSpPr>
        <p:spPr/>
        <p:txBody>
          <a:bodyPr/>
          <a:lstStyle/>
          <a:p>
            <a:fld id="{1B8B3671-A306-4A69-8480-FA9BE839245D}" type="slidenum">
              <a:rPr lang="en-US" smtClean="0"/>
              <a:t>‹#›</a:t>
            </a:fld>
            <a:endParaRPr lang="en-US"/>
          </a:p>
        </p:txBody>
      </p:sp>
    </p:spTree>
    <p:extLst>
      <p:ext uri="{BB962C8B-B14F-4D97-AF65-F5344CB8AC3E}">
        <p14:creationId xmlns:p14="http://schemas.microsoft.com/office/powerpoint/2010/main" val="26422534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D2C3AB-851A-0D2F-B3AE-5B161CFFC00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E89FD6B-3621-3904-7878-A2825C69250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9808AE9-D8ED-ED5D-D7B0-A43811777E81}"/>
              </a:ext>
            </a:extLst>
          </p:cNvPr>
          <p:cNvSpPr>
            <a:spLocks noGrp="1"/>
          </p:cNvSpPr>
          <p:nvPr>
            <p:ph type="dt" sz="half" idx="10"/>
          </p:nvPr>
        </p:nvSpPr>
        <p:spPr/>
        <p:txBody>
          <a:bodyPr/>
          <a:lstStyle/>
          <a:p>
            <a:fld id="{5DBDDF98-C922-483F-97E9-3E76B0201B42}" type="datetimeFigureOut">
              <a:rPr lang="en-US" smtClean="0"/>
              <a:t>6/15/2023</a:t>
            </a:fld>
            <a:endParaRPr lang="en-US"/>
          </a:p>
        </p:txBody>
      </p:sp>
      <p:sp>
        <p:nvSpPr>
          <p:cNvPr id="5" name="Footer Placeholder 4">
            <a:extLst>
              <a:ext uri="{FF2B5EF4-FFF2-40B4-BE49-F238E27FC236}">
                <a16:creationId xmlns:a16="http://schemas.microsoft.com/office/drawing/2014/main" id="{9A9EF98B-AC81-D122-3D05-9C4E2FE423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9FB543-B138-6627-3714-12105D172AD5}"/>
              </a:ext>
            </a:extLst>
          </p:cNvPr>
          <p:cNvSpPr>
            <a:spLocks noGrp="1"/>
          </p:cNvSpPr>
          <p:nvPr>
            <p:ph type="sldNum" sz="quarter" idx="12"/>
          </p:nvPr>
        </p:nvSpPr>
        <p:spPr/>
        <p:txBody>
          <a:bodyPr/>
          <a:lstStyle/>
          <a:p>
            <a:fld id="{1B8B3671-A306-4A69-8480-FA9BE839245D}" type="slidenum">
              <a:rPr lang="en-US" smtClean="0"/>
              <a:t>‹#›</a:t>
            </a:fld>
            <a:endParaRPr lang="en-US"/>
          </a:p>
        </p:txBody>
      </p:sp>
    </p:spTree>
    <p:extLst>
      <p:ext uri="{BB962C8B-B14F-4D97-AF65-F5344CB8AC3E}">
        <p14:creationId xmlns:p14="http://schemas.microsoft.com/office/powerpoint/2010/main" val="15964909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03DE16D-F1A0-DDB5-A98C-A9055C93D914}"/>
              </a:ext>
            </a:extLst>
          </p:cNvPr>
          <p:cNvSpPr>
            <a:spLocks noGrp="1"/>
          </p:cNvSpPr>
          <p:nvPr>
            <p:ph type="title" orient="vert"/>
          </p:nvPr>
        </p:nvSpPr>
        <p:spPr>
          <a:xfrm>
            <a:off x="9188334" y="952499"/>
            <a:ext cx="2051165" cy="4953001"/>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D8A548F-8DA7-C53C-1BFE-7C720CB20FA1}"/>
              </a:ext>
            </a:extLst>
          </p:cNvPr>
          <p:cNvSpPr>
            <a:spLocks noGrp="1"/>
          </p:cNvSpPr>
          <p:nvPr>
            <p:ph type="body" orient="vert" idx="1"/>
          </p:nvPr>
        </p:nvSpPr>
        <p:spPr>
          <a:xfrm>
            <a:off x="952500" y="952499"/>
            <a:ext cx="8235834" cy="4953001"/>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12EA2C8-1C90-25D0-8B0A-30B73CFD3EDE}"/>
              </a:ext>
            </a:extLst>
          </p:cNvPr>
          <p:cNvSpPr>
            <a:spLocks noGrp="1"/>
          </p:cNvSpPr>
          <p:nvPr>
            <p:ph type="dt" sz="half" idx="10"/>
          </p:nvPr>
        </p:nvSpPr>
        <p:spPr/>
        <p:txBody>
          <a:bodyPr/>
          <a:lstStyle/>
          <a:p>
            <a:fld id="{5DBDDF98-C922-483F-97E9-3E76B0201B42}" type="datetimeFigureOut">
              <a:rPr lang="en-US" smtClean="0"/>
              <a:t>6/15/2023</a:t>
            </a:fld>
            <a:endParaRPr lang="en-US"/>
          </a:p>
        </p:txBody>
      </p:sp>
      <p:sp>
        <p:nvSpPr>
          <p:cNvPr id="5" name="Footer Placeholder 4">
            <a:extLst>
              <a:ext uri="{FF2B5EF4-FFF2-40B4-BE49-F238E27FC236}">
                <a16:creationId xmlns:a16="http://schemas.microsoft.com/office/drawing/2014/main" id="{EA6FF1A4-0404-DA2D-1EA4-828091C049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457155-0F4A-F7B7-C4A8-755572E98C2E}"/>
              </a:ext>
            </a:extLst>
          </p:cNvPr>
          <p:cNvSpPr>
            <a:spLocks noGrp="1"/>
          </p:cNvSpPr>
          <p:nvPr>
            <p:ph type="sldNum" sz="quarter" idx="12"/>
          </p:nvPr>
        </p:nvSpPr>
        <p:spPr/>
        <p:txBody>
          <a:bodyPr/>
          <a:lstStyle/>
          <a:p>
            <a:fld id="{1B8B3671-A306-4A69-8480-FA9BE839245D}" type="slidenum">
              <a:rPr lang="en-US" smtClean="0"/>
              <a:t>‹#›</a:t>
            </a:fld>
            <a:endParaRPr lang="en-US"/>
          </a:p>
        </p:txBody>
      </p:sp>
    </p:spTree>
    <p:extLst>
      <p:ext uri="{BB962C8B-B14F-4D97-AF65-F5344CB8AC3E}">
        <p14:creationId xmlns:p14="http://schemas.microsoft.com/office/powerpoint/2010/main" val="32156204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6792104-6F24-CD50-F55E-22A55084DDC9}"/>
              </a:ext>
            </a:extLst>
          </p:cNvPr>
          <p:cNvSpPr>
            <a:spLocks noGrp="1"/>
          </p:cNvSpPr>
          <p:nvPr>
            <p:ph type="title"/>
          </p:nvPr>
        </p:nvSpPr>
        <p:spPr>
          <a:xfrm>
            <a:off x="1295400" y="842963"/>
            <a:ext cx="9601200" cy="1309687"/>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2D1059CB-D00E-398D-E4D9-59792FC40A4C}"/>
              </a:ext>
            </a:extLst>
          </p:cNvPr>
          <p:cNvSpPr>
            <a:spLocks noGrp="1"/>
          </p:cNvSpPr>
          <p:nvPr>
            <p:ph type="body" idx="1"/>
          </p:nvPr>
        </p:nvSpPr>
        <p:spPr>
          <a:xfrm>
            <a:off x="1295400" y="2262188"/>
            <a:ext cx="9601200" cy="364331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F8DFBC38-D897-7CBE-AC89-A95A2222D7C8}"/>
              </a:ext>
            </a:extLst>
          </p:cNvPr>
          <p:cNvSpPr>
            <a:spLocks noGrp="1"/>
          </p:cNvSpPr>
          <p:nvPr>
            <p:ph type="dt" sz="half" idx="2"/>
          </p:nvPr>
        </p:nvSpPr>
        <p:spPr>
          <a:xfrm>
            <a:off x="847726" y="6199188"/>
            <a:ext cx="2743200" cy="365125"/>
          </a:xfrm>
          <a:prstGeom prst="rect">
            <a:avLst/>
          </a:prstGeom>
        </p:spPr>
        <p:txBody>
          <a:bodyPr vert="horz" lIns="91440" tIns="45720" rIns="91440" bIns="45720" rtlCol="0" anchor="ctr"/>
          <a:lstStyle>
            <a:lvl1pPr algn="l">
              <a:defRPr sz="1050">
                <a:solidFill>
                  <a:schemeClr val="tx1"/>
                </a:solidFill>
                <a:latin typeface="+mj-lt"/>
              </a:defRPr>
            </a:lvl1pPr>
          </a:lstStyle>
          <a:p>
            <a:fld id="{5DBDDF98-C922-483F-97E9-3E76B0201B42}" type="datetimeFigureOut">
              <a:rPr lang="en-US" smtClean="0"/>
              <a:pPr/>
              <a:t>6/15/2023</a:t>
            </a:fld>
            <a:endParaRPr lang="en-US"/>
          </a:p>
        </p:txBody>
      </p:sp>
      <p:sp>
        <p:nvSpPr>
          <p:cNvPr id="5" name="Footer Placeholder 4">
            <a:extLst>
              <a:ext uri="{FF2B5EF4-FFF2-40B4-BE49-F238E27FC236}">
                <a16:creationId xmlns:a16="http://schemas.microsoft.com/office/drawing/2014/main" id="{E6728008-2A03-D518-4A75-30816EB0D198}"/>
              </a:ext>
            </a:extLst>
          </p:cNvPr>
          <p:cNvSpPr>
            <a:spLocks noGrp="1"/>
          </p:cNvSpPr>
          <p:nvPr>
            <p:ph type="ftr" sz="quarter" idx="3"/>
          </p:nvPr>
        </p:nvSpPr>
        <p:spPr>
          <a:xfrm>
            <a:off x="7286625" y="6199188"/>
            <a:ext cx="3409951" cy="365125"/>
          </a:xfrm>
          <a:prstGeom prst="rect">
            <a:avLst/>
          </a:prstGeom>
        </p:spPr>
        <p:txBody>
          <a:bodyPr vert="horz" lIns="91440" tIns="45720" rIns="91440" bIns="45720" rtlCol="0" anchor="ctr"/>
          <a:lstStyle>
            <a:lvl1pPr algn="r">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F3691D49-2BD8-1C36-B43A-CF2F9177769B}"/>
              </a:ext>
            </a:extLst>
          </p:cNvPr>
          <p:cNvSpPr>
            <a:spLocks noGrp="1"/>
          </p:cNvSpPr>
          <p:nvPr>
            <p:ph type="sldNum" sz="quarter" idx="4"/>
          </p:nvPr>
        </p:nvSpPr>
        <p:spPr>
          <a:xfrm>
            <a:off x="10728107" y="6199188"/>
            <a:ext cx="619125" cy="365125"/>
          </a:xfrm>
          <a:prstGeom prst="rect">
            <a:avLst/>
          </a:prstGeom>
        </p:spPr>
        <p:txBody>
          <a:bodyPr vert="horz" lIns="91440" tIns="45720" rIns="91440" bIns="45720" rtlCol="0" anchor="ctr"/>
          <a:lstStyle>
            <a:lvl1pPr algn="r">
              <a:defRPr sz="1050">
                <a:solidFill>
                  <a:schemeClr val="tx1"/>
                </a:solidFill>
                <a:latin typeface="+mj-lt"/>
              </a:defRPr>
            </a:lvl1pPr>
          </a:lstStyle>
          <a:p>
            <a:fld id="{1B8B3671-A306-4A69-8480-FA9BE839245D}" type="slidenum">
              <a:rPr lang="en-US" smtClean="0"/>
              <a:pPr/>
              <a:t>‹#›</a:t>
            </a:fld>
            <a:endParaRPr lang="en-US"/>
          </a:p>
        </p:txBody>
      </p:sp>
    </p:spTree>
    <p:extLst>
      <p:ext uri="{BB962C8B-B14F-4D97-AF65-F5344CB8AC3E}">
        <p14:creationId xmlns:p14="http://schemas.microsoft.com/office/powerpoint/2010/main" val="3638703929"/>
      </p:ext>
    </p:extLst>
  </p:cSld>
  <p:clrMap bg1="lt1" tx1="dk1" bg2="lt2" tx2="dk2" accent1="accent1" accent2="accent2" accent3="accent3" accent4="accent4" accent5="accent5" accent6="accent6" hlink="hlink" folHlink="folHlink"/>
  <p:sldLayoutIdLst>
    <p:sldLayoutId id="2147483746" r:id="rId1"/>
    <p:sldLayoutId id="2147483747" r:id="rId2"/>
    <p:sldLayoutId id="2147483748" r:id="rId3"/>
    <p:sldLayoutId id="2147483749" r:id="rId4"/>
    <p:sldLayoutId id="2147483750" r:id="rId5"/>
    <p:sldLayoutId id="2147483744" r:id="rId6"/>
    <p:sldLayoutId id="2147483740" r:id="rId7"/>
    <p:sldLayoutId id="2147483741" r:id="rId8"/>
    <p:sldLayoutId id="2147483742" r:id="rId9"/>
    <p:sldLayoutId id="2147483743" r:id="rId10"/>
    <p:sldLayoutId id="2147483745" r:id="rId11"/>
  </p:sldLayoutIdLst>
  <p:txStyles>
    <p:titleStyle>
      <a:lvl1pPr algn="l" defTabSz="914400" rtl="0" eaLnBrk="1" latinLnBrk="0" hangingPunct="1">
        <a:lnSpc>
          <a:spcPct val="120000"/>
        </a:lnSpc>
        <a:spcBef>
          <a:spcPct val="0"/>
        </a:spcBef>
        <a:buNone/>
        <a:defRPr sz="2800" kern="1200" cap="all" spc="50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75488"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694944"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1152144"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7E26772-EAFC-10BB-4659-99BF2A8A15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4AEFA6A-E623-CF1A-3DDF-C38D3A7E2C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3335" y="952194"/>
            <a:ext cx="4140682" cy="4958443"/>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B471E093-ECBB-731F-29F0-12E6916B1759}"/>
              </a:ext>
            </a:extLst>
          </p:cNvPr>
          <p:cNvSpPr>
            <a:spLocks noGrp="1"/>
          </p:cNvSpPr>
          <p:nvPr>
            <p:ph type="ctrTitle"/>
          </p:nvPr>
        </p:nvSpPr>
        <p:spPr>
          <a:xfrm>
            <a:off x="963334" y="2014937"/>
            <a:ext cx="3665507" cy="2037951"/>
          </a:xfrm>
        </p:spPr>
        <p:txBody>
          <a:bodyPr anchor="ctr">
            <a:normAutofit/>
          </a:bodyPr>
          <a:lstStyle/>
          <a:p>
            <a:r>
              <a:rPr lang="tr-TR" dirty="0"/>
              <a:t>FOODLATOR</a:t>
            </a:r>
            <a:br>
              <a:rPr lang="tr-TR" dirty="0"/>
            </a:br>
            <a:r>
              <a:rPr lang="tr-TR" sz="1800" dirty="0"/>
              <a:t>Besin değeri hesaplama uygulaması</a:t>
            </a:r>
            <a:endParaRPr lang="tr-TR" dirty="0"/>
          </a:p>
        </p:txBody>
      </p:sp>
      <p:sp>
        <p:nvSpPr>
          <p:cNvPr id="3" name="Alt Başlık 2">
            <a:extLst>
              <a:ext uri="{FF2B5EF4-FFF2-40B4-BE49-F238E27FC236}">
                <a16:creationId xmlns:a16="http://schemas.microsoft.com/office/drawing/2014/main" id="{C01C2C54-ECC3-1067-EC0E-C8DD1B9B6B83}"/>
              </a:ext>
            </a:extLst>
          </p:cNvPr>
          <p:cNvSpPr>
            <a:spLocks noGrp="1"/>
          </p:cNvSpPr>
          <p:nvPr>
            <p:ph type="subTitle" idx="1"/>
          </p:nvPr>
        </p:nvSpPr>
        <p:spPr>
          <a:xfrm>
            <a:off x="1985007" y="4892119"/>
            <a:ext cx="3119010" cy="1013687"/>
          </a:xfrm>
        </p:spPr>
        <p:txBody>
          <a:bodyPr anchor="b">
            <a:normAutofit/>
          </a:bodyPr>
          <a:lstStyle/>
          <a:p>
            <a:pPr algn="r"/>
            <a:r>
              <a:rPr lang="tr-TR" dirty="0" err="1"/>
              <a:t>Rüveyha</a:t>
            </a:r>
            <a:r>
              <a:rPr lang="tr-TR" dirty="0"/>
              <a:t> Betül Kansu</a:t>
            </a:r>
          </a:p>
          <a:p>
            <a:pPr algn="r"/>
            <a:r>
              <a:rPr lang="tr-TR" dirty="0"/>
              <a:t>2213007041</a:t>
            </a:r>
          </a:p>
        </p:txBody>
      </p:sp>
      <p:pic>
        <p:nvPicPr>
          <p:cNvPr id="6" name="Resim 5" descr="daire, grafik, yaratıcılık, çizgi film içeren bir resim&#10;&#10;Açıklama otomatik olarak oluşturuldu">
            <a:extLst>
              <a:ext uri="{FF2B5EF4-FFF2-40B4-BE49-F238E27FC236}">
                <a16:creationId xmlns:a16="http://schemas.microsoft.com/office/drawing/2014/main" id="{64A1BCFF-2112-E647-CA62-03CAA564DB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29550" y="3429000"/>
            <a:ext cx="5191125" cy="5191125"/>
          </a:xfrm>
          <a:prstGeom prst="rect">
            <a:avLst/>
          </a:prstGeom>
        </p:spPr>
      </p:pic>
      <p:pic>
        <p:nvPicPr>
          <p:cNvPr id="7" name="Resim 6" descr="daire, grafik, yaratıcılık, çizgi film içeren bir resim&#10;&#10;Açıklama otomatik olarak oluşturuldu">
            <a:extLst>
              <a:ext uri="{FF2B5EF4-FFF2-40B4-BE49-F238E27FC236}">
                <a16:creationId xmlns:a16="http://schemas.microsoft.com/office/drawing/2014/main" id="{DB9A7456-87E4-8E02-0B09-CD42FB116E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29549" y="-2595563"/>
            <a:ext cx="5191125" cy="5191125"/>
          </a:xfrm>
          <a:prstGeom prst="rect">
            <a:avLst/>
          </a:prstGeom>
        </p:spPr>
      </p:pic>
      <p:pic>
        <p:nvPicPr>
          <p:cNvPr id="8" name="Resim 7" descr="daire, grafik, yaratıcılık, çizgi film içeren bir resim&#10;&#10;Açıklama otomatik olarak oluşturuldu">
            <a:extLst>
              <a:ext uri="{FF2B5EF4-FFF2-40B4-BE49-F238E27FC236}">
                <a16:creationId xmlns:a16="http://schemas.microsoft.com/office/drawing/2014/main" id="{C1E7F30A-42CB-CF2A-879C-5DD0076848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35987" y="37448"/>
            <a:ext cx="2614383" cy="2614383"/>
          </a:xfrm>
          <a:prstGeom prst="rect">
            <a:avLst/>
          </a:prstGeom>
        </p:spPr>
      </p:pic>
    </p:spTree>
    <p:extLst>
      <p:ext uri="{BB962C8B-B14F-4D97-AF65-F5344CB8AC3E}">
        <p14:creationId xmlns:p14="http://schemas.microsoft.com/office/powerpoint/2010/main" val="11192506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Resim 2" descr="metin, grafik, tasarım, çizim içeren bir resim&#10;&#10;Açıklama otomatik olarak oluşturuldu">
            <a:extLst>
              <a:ext uri="{FF2B5EF4-FFF2-40B4-BE49-F238E27FC236}">
                <a16:creationId xmlns:a16="http://schemas.microsoft.com/office/drawing/2014/main" id="{43947DB5-CA91-BE8B-2F69-30236A37E8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9013" y="465035"/>
            <a:ext cx="3295158" cy="5927930"/>
          </a:xfrm>
          <a:prstGeom prst="rect">
            <a:avLst/>
          </a:prstGeom>
        </p:spPr>
      </p:pic>
      <p:sp>
        <p:nvSpPr>
          <p:cNvPr id="4" name="Metin kutusu 3">
            <a:extLst>
              <a:ext uri="{FF2B5EF4-FFF2-40B4-BE49-F238E27FC236}">
                <a16:creationId xmlns:a16="http://schemas.microsoft.com/office/drawing/2014/main" id="{C881D265-DE0A-C53F-8535-A5B20A71E7D6}"/>
              </a:ext>
            </a:extLst>
          </p:cNvPr>
          <p:cNvSpPr txBox="1"/>
          <p:nvPr/>
        </p:nvSpPr>
        <p:spPr>
          <a:xfrm>
            <a:off x="5551714" y="2551837"/>
            <a:ext cx="5951273" cy="1754326"/>
          </a:xfrm>
          <a:prstGeom prst="rect">
            <a:avLst/>
          </a:prstGeom>
          <a:noFill/>
        </p:spPr>
        <p:txBody>
          <a:bodyPr wrap="square" rtlCol="0">
            <a:spAutoFit/>
          </a:bodyPr>
          <a:lstStyle/>
          <a:p>
            <a:r>
              <a:rPr lang="tr-TR" sz="3600" dirty="0">
                <a:latin typeface="+mj-lt"/>
              </a:rPr>
              <a:t>Giriş Sayfası</a:t>
            </a:r>
          </a:p>
          <a:p>
            <a:endParaRPr lang="tr-TR" dirty="0"/>
          </a:p>
          <a:p>
            <a:r>
              <a:rPr lang="tr-TR" dirty="0"/>
              <a:t>Uygulamaya girmek için bir tane giriş butonu bulunuyor. Genellikle uyumlu sade pembe tonları kullanmayı tercih ettim uygulamada.</a:t>
            </a:r>
          </a:p>
        </p:txBody>
      </p:sp>
    </p:spTree>
    <p:extLst>
      <p:ext uri="{BB962C8B-B14F-4D97-AF65-F5344CB8AC3E}">
        <p14:creationId xmlns:p14="http://schemas.microsoft.com/office/powerpoint/2010/main" val="41659210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Resim 2" descr="metin, ekran görüntüsü, yazı tipi, tasarım içeren bir resim&#10;&#10;Açıklama otomatik olarak oluşturuldu">
            <a:extLst>
              <a:ext uri="{FF2B5EF4-FFF2-40B4-BE49-F238E27FC236}">
                <a16:creationId xmlns:a16="http://schemas.microsoft.com/office/drawing/2014/main" id="{5486B8C2-86D6-A123-C81F-3C945ED24A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9220" y="477510"/>
            <a:ext cx="3298968" cy="5902977"/>
          </a:xfrm>
          <a:prstGeom prst="rect">
            <a:avLst/>
          </a:prstGeom>
        </p:spPr>
      </p:pic>
      <p:sp>
        <p:nvSpPr>
          <p:cNvPr id="4" name="Metin kutusu 3">
            <a:extLst>
              <a:ext uri="{FF2B5EF4-FFF2-40B4-BE49-F238E27FC236}">
                <a16:creationId xmlns:a16="http://schemas.microsoft.com/office/drawing/2014/main" id="{E017D448-3D30-6BF3-D9D2-33B467356AA8}"/>
              </a:ext>
            </a:extLst>
          </p:cNvPr>
          <p:cNvSpPr txBox="1"/>
          <p:nvPr/>
        </p:nvSpPr>
        <p:spPr>
          <a:xfrm>
            <a:off x="5357923" y="2274837"/>
            <a:ext cx="6204857" cy="2308324"/>
          </a:xfrm>
          <a:prstGeom prst="rect">
            <a:avLst/>
          </a:prstGeom>
          <a:noFill/>
        </p:spPr>
        <p:txBody>
          <a:bodyPr wrap="square" rtlCol="0">
            <a:spAutoFit/>
          </a:bodyPr>
          <a:lstStyle/>
          <a:p>
            <a:r>
              <a:rPr lang="tr-TR" sz="3600" dirty="0">
                <a:latin typeface="+mj-lt"/>
              </a:rPr>
              <a:t>Ana Sayfa</a:t>
            </a:r>
          </a:p>
          <a:p>
            <a:endParaRPr lang="tr-TR" dirty="0"/>
          </a:p>
          <a:p>
            <a:r>
              <a:rPr lang="tr-TR" dirty="0"/>
              <a:t>Yiyecek kategorilerini destekleyici resimler koyarak resimli buton halinde kullandım. Tasarımın daha sade ve güzel görünmesi için bu yolu tercih ettim. Alt kısımda da isteyen kişilerin günde alması gereken kalori miktarını ölçmeleri için bir buton bulunuyor.</a:t>
            </a:r>
          </a:p>
        </p:txBody>
      </p:sp>
    </p:spTree>
    <p:extLst>
      <p:ext uri="{BB962C8B-B14F-4D97-AF65-F5344CB8AC3E}">
        <p14:creationId xmlns:p14="http://schemas.microsoft.com/office/powerpoint/2010/main" val="36405661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Resim 2">
            <a:extLst>
              <a:ext uri="{FF2B5EF4-FFF2-40B4-BE49-F238E27FC236}">
                <a16:creationId xmlns:a16="http://schemas.microsoft.com/office/drawing/2014/main" id="{A11CA4A9-F47B-701D-74DA-A3033FD723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2565" y="415008"/>
            <a:ext cx="3373613" cy="6027979"/>
          </a:xfrm>
          <a:prstGeom prst="rect">
            <a:avLst/>
          </a:prstGeom>
        </p:spPr>
      </p:pic>
      <p:sp>
        <p:nvSpPr>
          <p:cNvPr id="4" name="Metin kutusu 3">
            <a:extLst>
              <a:ext uri="{FF2B5EF4-FFF2-40B4-BE49-F238E27FC236}">
                <a16:creationId xmlns:a16="http://schemas.microsoft.com/office/drawing/2014/main" id="{EE520E91-EB2D-26DC-ED85-52782A6BA05C}"/>
              </a:ext>
            </a:extLst>
          </p:cNvPr>
          <p:cNvSpPr txBox="1"/>
          <p:nvPr/>
        </p:nvSpPr>
        <p:spPr>
          <a:xfrm>
            <a:off x="5227296" y="2136335"/>
            <a:ext cx="6382139" cy="2585323"/>
          </a:xfrm>
          <a:prstGeom prst="rect">
            <a:avLst/>
          </a:prstGeom>
          <a:noFill/>
        </p:spPr>
        <p:txBody>
          <a:bodyPr wrap="square" rtlCol="0">
            <a:spAutoFit/>
          </a:bodyPr>
          <a:lstStyle/>
          <a:p>
            <a:r>
              <a:rPr lang="tr-TR" sz="3600" dirty="0">
                <a:latin typeface="+mj-lt"/>
              </a:rPr>
              <a:t>Besin Değerleri Sayfası</a:t>
            </a:r>
          </a:p>
          <a:p>
            <a:endParaRPr lang="tr-TR" dirty="0"/>
          </a:p>
          <a:p>
            <a:r>
              <a:rPr lang="tr-TR" dirty="0"/>
              <a:t>Yiyeceklerin besin değerlerinin yazılı olduğu kaydırmalı sayfa düzeni kullandım. Tasarımlarda da benzer kısımlar kullanarak sade bir görünüm elde etmeye çalıştım. Kaydırmalı sayfaya renk ve ovallik vermek için şekil özelliğinden yararlandım. Üst kısma da kategorinin resmini ekleyerek tasarımı biraz daha canlı tutmaya çalıştım.</a:t>
            </a:r>
          </a:p>
        </p:txBody>
      </p:sp>
    </p:spTree>
    <p:extLst>
      <p:ext uri="{BB962C8B-B14F-4D97-AF65-F5344CB8AC3E}">
        <p14:creationId xmlns:p14="http://schemas.microsoft.com/office/powerpoint/2010/main" val="26066520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Resim 2" descr="metin, ekran görüntüsü, yazı tipi, tasarım içeren bir resim&#10;&#10;Açıklama otomatik olarak oluşturuldu">
            <a:extLst>
              <a:ext uri="{FF2B5EF4-FFF2-40B4-BE49-F238E27FC236}">
                <a16:creationId xmlns:a16="http://schemas.microsoft.com/office/drawing/2014/main" id="{F4448889-709E-BE03-584B-517A590695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3401" y="371356"/>
            <a:ext cx="3426293" cy="6115283"/>
          </a:xfrm>
          <a:prstGeom prst="rect">
            <a:avLst/>
          </a:prstGeom>
        </p:spPr>
      </p:pic>
      <p:sp>
        <p:nvSpPr>
          <p:cNvPr id="4" name="Metin kutusu 3">
            <a:extLst>
              <a:ext uri="{FF2B5EF4-FFF2-40B4-BE49-F238E27FC236}">
                <a16:creationId xmlns:a16="http://schemas.microsoft.com/office/drawing/2014/main" id="{54ABF245-ED9F-601B-ACAC-E8444FDD7C7D}"/>
              </a:ext>
            </a:extLst>
          </p:cNvPr>
          <p:cNvSpPr txBox="1"/>
          <p:nvPr/>
        </p:nvSpPr>
        <p:spPr>
          <a:xfrm>
            <a:off x="5511023" y="2382558"/>
            <a:ext cx="6027576" cy="2092881"/>
          </a:xfrm>
          <a:prstGeom prst="rect">
            <a:avLst/>
          </a:prstGeom>
          <a:noFill/>
        </p:spPr>
        <p:txBody>
          <a:bodyPr wrap="square" rtlCol="0">
            <a:spAutoFit/>
          </a:bodyPr>
          <a:lstStyle/>
          <a:p>
            <a:r>
              <a:rPr lang="tr-TR" sz="3600" dirty="0">
                <a:latin typeface="+mj-lt"/>
              </a:rPr>
              <a:t>Kalori Hesaplama</a:t>
            </a:r>
          </a:p>
          <a:p>
            <a:endParaRPr lang="tr-TR" dirty="0"/>
          </a:p>
          <a:p>
            <a:r>
              <a:rPr lang="tr-TR" dirty="0"/>
              <a:t>İnsanların ortalama kalorilerini hesaplayan bir hesaplama sistemi kullanarak gerekli bilgilerin girilmesi halinde hesap yapan bir komut sistemi kullandım. Hesapla butonuna basıldığında da sonucun olduğu sayfaya gönderiyor.</a:t>
            </a:r>
          </a:p>
        </p:txBody>
      </p:sp>
    </p:spTree>
    <p:extLst>
      <p:ext uri="{BB962C8B-B14F-4D97-AF65-F5344CB8AC3E}">
        <p14:creationId xmlns:p14="http://schemas.microsoft.com/office/powerpoint/2010/main" val="24079889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Resim 2">
            <a:extLst>
              <a:ext uri="{FF2B5EF4-FFF2-40B4-BE49-F238E27FC236}">
                <a16:creationId xmlns:a16="http://schemas.microsoft.com/office/drawing/2014/main" id="{7CA84160-D363-3AAE-E582-15E618F186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5409" y="348356"/>
            <a:ext cx="3452069" cy="6161288"/>
          </a:xfrm>
          <a:prstGeom prst="rect">
            <a:avLst/>
          </a:prstGeom>
        </p:spPr>
      </p:pic>
      <p:sp>
        <p:nvSpPr>
          <p:cNvPr id="4" name="Metin kutusu 3">
            <a:extLst>
              <a:ext uri="{FF2B5EF4-FFF2-40B4-BE49-F238E27FC236}">
                <a16:creationId xmlns:a16="http://schemas.microsoft.com/office/drawing/2014/main" id="{10A5938B-B344-D1A9-F15A-5D8C749631C0}"/>
              </a:ext>
            </a:extLst>
          </p:cNvPr>
          <p:cNvSpPr txBox="1"/>
          <p:nvPr/>
        </p:nvSpPr>
        <p:spPr>
          <a:xfrm>
            <a:off x="5604330" y="2690336"/>
            <a:ext cx="5962261" cy="1477328"/>
          </a:xfrm>
          <a:prstGeom prst="rect">
            <a:avLst/>
          </a:prstGeom>
          <a:noFill/>
        </p:spPr>
        <p:txBody>
          <a:bodyPr wrap="square" rtlCol="0">
            <a:spAutoFit/>
          </a:bodyPr>
          <a:lstStyle/>
          <a:p>
            <a:r>
              <a:rPr lang="tr-TR" sz="3600" dirty="0">
                <a:latin typeface="+mj-lt"/>
              </a:rPr>
              <a:t>Kalori Sonuç</a:t>
            </a:r>
          </a:p>
          <a:p>
            <a:endParaRPr lang="tr-TR" dirty="0"/>
          </a:p>
          <a:p>
            <a:r>
              <a:rPr lang="tr-TR" dirty="0"/>
              <a:t>Girilen verilen doğrultusunda gerekli kalori miktarının yazıldığı ayrı bir sonuç sayfası oluşturdum.</a:t>
            </a:r>
          </a:p>
        </p:txBody>
      </p:sp>
    </p:spTree>
    <p:extLst>
      <p:ext uri="{BB962C8B-B14F-4D97-AF65-F5344CB8AC3E}">
        <p14:creationId xmlns:p14="http://schemas.microsoft.com/office/powerpoint/2010/main" val="395616120"/>
      </p:ext>
    </p:extLst>
  </p:cSld>
  <p:clrMapOvr>
    <a:masterClrMapping/>
  </p:clrMapOvr>
</p:sld>
</file>

<file path=ppt/theme/theme1.xml><?xml version="1.0" encoding="utf-8"?>
<a:theme xmlns:a="http://schemas.openxmlformats.org/drawingml/2006/main" name="PoiseVTI">
  <a:themeElements>
    <a:clrScheme name="AnalogousFromRegularSeedRightStep">
      <a:dk1>
        <a:srgbClr val="000000"/>
      </a:dk1>
      <a:lt1>
        <a:srgbClr val="FFFFFF"/>
      </a:lt1>
      <a:dk2>
        <a:srgbClr val="1C2732"/>
      </a:dk2>
      <a:lt2>
        <a:srgbClr val="F3F0F1"/>
      </a:lt2>
      <a:accent1>
        <a:srgbClr val="21B782"/>
      </a:accent1>
      <a:accent2>
        <a:srgbClr val="14B1BC"/>
      </a:accent2>
      <a:accent3>
        <a:srgbClr val="298CE7"/>
      </a:accent3>
      <a:accent4>
        <a:srgbClr val="2E40D9"/>
      </a:accent4>
      <a:accent5>
        <a:srgbClr val="6529E7"/>
      </a:accent5>
      <a:accent6>
        <a:srgbClr val="A217D5"/>
      </a:accent6>
      <a:hlink>
        <a:srgbClr val="BF3F6C"/>
      </a:hlink>
      <a:folHlink>
        <a:srgbClr val="7F7F7F"/>
      </a:folHlink>
    </a:clrScheme>
    <a:fontScheme name="Goudy Univers">
      <a:majorFont>
        <a:latin typeface="Goudy Old Style"/>
        <a:ea typeface=""/>
        <a:cs typeface=""/>
      </a:majorFont>
      <a:minorFont>
        <a:latin typeface="Univer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oiseVTI" id="{9843863B-6720-4231-BFE7-E604B355382A}" vid="{6C5B2780-C73E-445D-98DA-9D2BCD78971D}"/>
    </a:ext>
  </a:extLst>
</a:theme>
</file>

<file path=docProps/app.xml><?xml version="1.0" encoding="utf-8"?>
<Properties xmlns="http://schemas.openxmlformats.org/officeDocument/2006/extended-properties" xmlns:vt="http://schemas.openxmlformats.org/officeDocument/2006/docPropsVTypes">
  <TotalTime>31</TotalTime>
  <Words>165</Words>
  <Application>Microsoft Office PowerPoint</Application>
  <PresentationFormat>Geniş ekran</PresentationFormat>
  <Paragraphs>18</Paragraphs>
  <Slides>6</Slides>
  <Notes>0</Notes>
  <HiddenSlides>0</HiddenSlides>
  <MMClips>0</MMClips>
  <ScaleCrop>false</ScaleCrop>
  <HeadingPairs>
    <vt:vector size="6" baseType="variant">
      <vt:variant>
        <vt:lpstr>Kullanılan Yazı Tipleri</vt:lpstr>
      </vt:variant>
      <vt:variant>
        <vt:i4>3</vt:i4>
      </vt:variant>
      <vt:variant>
        <vt:lpstr>Tema</vt:lpstr>
      </vt:variant>
      <vt:variant>
        <vt:i4>1</vt:i4>
      </vt:variant>
      <vt:variant>
        <vt:lpstr>Slayt Başlıkları</vt:lpstr>
      </vt:variant>
      <vt:variant>
        <vt:i4>6</vt:i4>
      </vt:variant>
    </vt:vector>
  </HeadingPairs>
  <TitlesOfParts>
    <vt:vector size="10" baseType="lpstr">
      <vt:lpstr>Arial</vt:lpstr>
      <vt:lpstr>Goudy Old Style</vt:lpstr>
      <vt:lpstr>Univers Light</vt:lpstr>
      <vt:lpstr>PoiseVTI</vt:lpstr>
      <vt:lpstr>FOODLATOR Besin değeri hesaplama uygulaması</vt:lpstr>
      <vt:lpstr>PowerPoint Sunusu</vt:lpstr>
      <vt:lpstr>PowerPoint Sunusu</vt:lpstr>
      <vt:lpstr>PowerPoint Sunusu</vt:lpstr>
      <vt:lpstr>PowerPoint Sunusu</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FOODLATOR Besin değeri hesaplama uygulaması</dc:title>
  <dc:creator>Ofis 365</dc:creator>
  <cp:lastModifiedBy>Ofis 365</cp:lastModifiedBy>
  <cp:revision>1</cp:revision>
  <dcterms:created xsi:type="dcterms:W3CDTF">2023-06-15T20:46:07Z</dcterms:created>
  <dcterms:modified xsi:type="dcterms:W3CDTF">2023-06-15T21:17:09Z</dcterms:modified>
</cp:coreProperties>
</file>